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n vigna" userId="e0ace10247009149" providerId="LiveId" clId="{C1C399E8-B994-4661-A3B2-456AE885DBE8}"/>
    <pc:docChg chg="custSel modSld">
      <pc:chgData name="julian vigna" userId="e0ace10247009149" providerId="LiveId" clId="{C1C399E8-B994-4661-A3B2-456AE885DBE8}" dt="2026-09-17T14:27:47.078" v="14" actId="478"/>
      <pc:docMkLst>
        <pc:docMk/>
      </pc:docMkLst>
      <pc:sldChg chg="modSp mod">
        <pc:chgData name="julian vigna" userId="e0ace10247009149" providerId="LiveId" clId="{C1C399E8-B994-4661-A3B2-456AE885DBE8}" dt="2026-09-17T14:26:20.973" v="12" actId="20577"/>
        <pc:sldMkLst>
          <pc:docMk/>
          <pc:sldMk cId="0" sldId="261"/>
        </pc:sldMkLst>
        <pc:graphicFrameChg chg="modGraphic">
          <ac:chgData name="julian vigna" userId="e0ace10247009149" providerId="LiveId" clId="{C1C399E8-B994-4661-A3B2-456AE885DBE8}" dt="2026-09-17T14:26:20.973" v="12" actId="20577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delSp mod">
        <pc:chgData name="julian vigna" userId="e0ace10247009149" providerId="LiveId" clId="{C1C399E8-B994-4661-A3B2-456AE885DBE8}" dt="2026-09-17T14:27:47.078" v="14" actId="478"/>
        <pc:sldMkLst>
          <pc:docMk/>
          <pc:sldMk cId="0" sldId="263"/>
        </pc:sldMkLst>
        <pc:spChg chg="del">
          <ac:chgData name="julian vigna" userId="e0ace10247009149" providerId="LiveId" clId="{C1C399E8-B994-4661-A3B2-456AE885DBE8}" dt="2026-09-17T14:27:47.078" v="14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julian vigna" userId="e0ace10247009149" providerId="LiveId" clId="{C1C399E8-B994-4661-A3B2-456AE885DBE8}" dt="2026-09-17T14:27:45.523" v="13" actId="478"/>
          <ac:spMkLst>
            <pc:docMk/>
            <pc:sldMk cId="0" sldId="263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381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1D4070">
              <a:alpha val="6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10607040" y="4937760"/>
            <a:ext cx="2377440" cy="2377440"/>
          </a:xfrm>
          <a:prstGeom prst="ellipse">
            <a:avLst/>
          </a:prstGeom>
          <a:solidFill>
            <a:srgbClr val="FA6400">
              <a:alpha val="2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ARMADOR DE FLYERS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Figma a un clic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Flyers en segundos, no en minutos. Sin errores y sin límite de escala.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interna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4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armar un flyer hoy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manual en Figma, paso a paso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70052" y="2057400"/>
            <a:ext cx="566928" cy="566928"/>
          </a:xfrm>
          <a:prstGeom prst="ellipse">
            <a:avLst/>
          </a:prstGeom>
          <a:solidFill>
            <a:srgbClr val="1D407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87005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70052" y="26974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Figma y ubicar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plantilla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653132" y="20574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C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37180" y="2057400"/>
            <a:ext cx="566928" cy="566928"/>
          </a:xfrm>
          <a:prstGeom prst="ellipse">
            <a:avLst/>
          </a:prstGeom>
          <a:solidFill>
            <a:srgbClr val="1D407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30371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037180" y="26974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Tipear a mano los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oficial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20260" y="20574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C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04308" y="2057400"/>
            <a:ext cx="566928" cy="566928"/>
          </a:xfrm>
          <a:prstGeom prst="ellipse">
            <a:avLst/>
          </a:prstGeom>
          <a:solidFill>
            <a:srgbClr val="1D407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5204308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204308" y="26974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los legales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987388" y="20574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C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71436" y="2057400"/>
            <a:ext cx="566928" cy="566928"/>
          </a:xfrm>
          <a:prstGeom prst="ellipse">
            <a:avLst/>
          </a:prstGeom>
          <a:solidFill>
            <a:srgbClr val="1D407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737143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71436" y="26974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todo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 vez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154516" y="20574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C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38564" y="2057400"/>
            <a:ext cx="566928" cy="566928"/>
          </a:xfrm>
          <a:prstGeom prst="ellipse">
            <a:avLst/>
          </a:prstGeom>
          <a:solidFill>
            <a:srgbClr val="1D407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 txBox="1"/>
          <p:nvPr/>
        </p:nvSpPr>
        <p:spPr>
          <a:xfrm>
            <a:off x="953856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538564" y="26974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y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1F4F8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 txBox="1"/>
          <p:nvPr/>
        </p:nvSpPr>
        <p:spPr>
          <a:xfrm>
            <a:off x="713232" y="4160520"/>
            <a:ext cx="31860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Legales editados a mano, sin control central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38218" y="4160520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1F4F8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 txBox="1"/>
          <p:nvPr/>
        </p:nvSpPr>
        <p:spPr>
          <a:xfrm>
            <a:off x="4502810" y="4160520"/>
            <a:ext cx="31860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tipeo en mail y celular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27797" y="4160520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1F4F8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Text 26"/>
          <p:cNvSpPr txBox="1"/>
          <p:nvPr/>
        </p:nvSpPr>
        <p:spPr>
          <a:xfrm>
            <a:off x="8292389" y="4160520"/>
            <a:ext cx="31860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de quién generó qué flyer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A640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 txBox="1"/>
          <p:nvPr/>
        </p:nvSpPr>
        <p:spPr>
          <a:xfrm>
            <a:off x="548640" y="55321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2 minutos por flyer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mejor caso — en la práctica, siempre más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4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el Armador de Flyers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automático, pensado para el oficial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12368" y="2148840"/>
            <a:ext cx="566928" cy="566928"/>
          </a:xfrm>
          <a:prstGeom prst="ellipse">
            <a:avLst/>
          </a:prstGeom>
          <a:solidFill>
            <a:srgbClr val="FA640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111236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12368" y="2788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Pegás el texto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(mail o chat) y se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autocompleta todo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261208" y="21488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C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718408" y="2148840"/>
            <a:ext cx="566928" cy="566928"/>
          </a:xfrm>
          <a:prstGeom prst="ellipse">
            <a:avLst/>
          </a:prstGeom>
          <a:solidFill>
            <a:srgbClr val="FA640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371840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718408" y="2788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Buscás la empresa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padrón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(opcional, 1 clic)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867248" y="21488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C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24448" y="2148840"/>
            <a:ext cx="566928" cy="566928"/>
          </a:xfrm>
          <a:prstGeom prst="ellipse">
            <a:avLst/>
          </a:prstGeom>
          <a:solidFill>
            <a:srgbClr val="FA640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632444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24448" y="2788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Revisás la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previa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73288" y="21488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CE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30488" y="2148840"/>
            <a:ext cx="566928" cy="566928"/>
          </a:xfrm>
          <a:prstGeom prst="ellipse">
            <a:avLst/>
          </a:prstGeom>
          <a:solidFill>
            <a:srgbClr val="FA640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893048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930488" y="2788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Generás el flyer</a:t>
            </a:r>
            <a:endParaRPr lang="en-US" sz="12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PDF o PNG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1F4F8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713232" y="4206240"/>
            <a:ext cx="31860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oficial detectados solos: nombre, celular, mail, legajo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38218" y="4206240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1F4F8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 txBox="1"/>
          <p:nvPr/>
        </p:nvSpPr>
        <p:spPr>
          <a:xfrm>
            <a:off x="4502810" y="4206240"/>
            <a:ext cx="31860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y oficiales asignados, autocompletados desde el padrón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27797" y="4206240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F1F4F8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 txBox="1"/>
          <p:nvPr/>
        </p:nvSpPr>
        <p:spPr>
          <a:xfrm>
            <a:off x="8292389" y="4206240"/>
            <a:ext cx="318607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Legales centralizados: se actualizan una vez, para todos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1D407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 txBox="1"/>
          <p:nvPr/>
        </p:nvSpPr>
        <p:spPr>
          <a:xfrm>
            <a:off x="548640" y="55778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segundos si la empresa ya está en el padrón </a:t>
            </a:r>
            <a:r>
              <a:rPr lang="en-US" sz="15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20-30 seg si es nueva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4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flyer, 1 a 1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trabajo, dos maneras de hacerlo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709160" cy="3566160"/>
          </a:xfrm>
          <a:prstGeom prst="roundRect">
            <a:avLst>
              <a:gd name="adj" fmla="val 3077"/>
            </a:avLst>
          </a:prstGeom>
          <a:solidFill>
            <a:srgbClr val="F1F4F8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(HOY)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D4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2-5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POR FLYER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6634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paso a paso,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sujeto a errores humanos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33895" y="2057400"/>
            <a:ext cx="4709160" cy="3566160"/>
          </a:xfrm>
          <a:prstGeom prst="roundRect">
            <a:avLst>
              <a:gd name="adj" fmla="val 3077"/>
            </a:avLst>
          </a:prstGeom>
          <a:solidFill>
            <a:srgbClr val="1D407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6933895" y="23774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ARMADOR (NUEVO)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33895" y="28346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0" dirty="0"/>
          </a:p>
        </p:txBody>
      </p:sp>
      <p:sp>
        <p:nvSpPr>
          <p:cNvPr id="12" name="Text 10"/>
          <p:cNvSpPr txBox="1"/>
          <p:nvPr/>
        </p:nvSpPr>
        <p:spPr>
          <a:xfrm>
            <a:off x="6933895" y="4206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 POR FLYER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99655" y="46634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empresa ya en el padrón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(20-30 seg si es una empresa nueva)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1508" y="3406140"/>
            <a:ext cx="868680" cy="868680"/>
          </a:xfrm>
          <a:prstGeom prst="ellipse">
            <a:avLst/>
          </a:prstGeom>
          <a:solidFill>
            <a:srgbClr val="FA640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5661508" y="34061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98% </a:t>
            </a:r>
            <a:r>
              <a:rPr lang="en-US" sz="1500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tiempo, por cada flyer que se genera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diseño se adapta solo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flyer, cualquier tamaño y cualquier cantidad de asesores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4572000"/>
            <a:ext cx="868680" cy="1188720"/>
          </a:xfrm>
          <a:prstGeom prst="roundRect">
            <a:avLst>
              <a:gd name="adj" fmla="val 6316"/>
            </a:avLst>
          </a:prstGeom>
          <a:solidFill>
            <a:srgbClr val="2A4A7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31520" y="58704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965960" y="4023360"/>
            <a:ext cx="868680" cy="1737360"/>
          </a:xfrm>
          <a:prstGeom prst="roundRect">
            <a:avLst>
              <a:gd name="adj" fmla="val 6316"/>
            </a:avLst>
          </a:prstGeom>
          <a:solidFill>
            <a:srgbClr val="2A4A7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1965960" y="58704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0" y="3474720"/>
            <a:ext cx="868680" cy="2286000"/>
          </a:xfrm>
          <a:prstGeom prst="roundRect">
            <a:avLst>
              <a:gd name="adj" fmla="val 6316"/>
            </a:avLst>
          </a:prstGeom>
          <a:solidFill>
            <a:srgbClr val="2A4A7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3200400" y="58704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34840" y="2926080"/>
            <a:ext cx="868680" cy="2834640"/>
          </a:xfrm>
          <a:prstGeom prst="roundRect">
            <a:avLst>
              <a:gd name="adj" fmla="val 6316"/>
            </a:avLst>
          </a:prstGeom>
          <a:solidFill>
            <a:srgbClr val="FA640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4434840" y="58704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asesores en el flyer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148840"/>
            <a:ext cx="5699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INTELIGENTE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606040"/>
            <a:ext cx="5699455" cy="1051560"/>
          </a:xfrm>
          <a:prstGeom prst="roundRect">
            <a:avLst>
              <a:gd name="adj" fmla="val 6957"/>
            </a:avLst>
          </a:prstGeom>
          <a:solidFill>
            <a:srgbClr val="1E3A6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6172200" y="2606040"/>
            <a:ext cx="5242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diseño sirve para cualquier tamaño de flyer, sin recalibrar a mano.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0" y="3840480"/>
            <a:ext cx="5699455" cy="1051560"/>
          </a:xfrm>
          <a:prstGeom prst="roundRect">
            <a:avLst>
              <a:gd name="adj" fmla="val 6957"/>
            </a:avLst>
          </a:prstGeom>
          <a:solidFill>
            <a:srgbClr val="1E3A6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6172200" y="3840480"/>
            <a:ext cx="5242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suman asesores (hasta 4), el flyer crece solo y reordena todo el contenido.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5212080"/>
            <a:ext cx="56994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Figma, cada cambio de tamaño o de cantidad de asesores es rehacer el diseño de nuevo, a mano.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4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sólo tiempo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D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 en el control y la escala del trabajo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272993"/>
              </p:ext>
            </p:extLst>
          </p:nvPr>
        </p:nvGraphicFramePr>
        <p:xfrm>
          <a:off x="548640" y="1965960"/>
          <a:ext cx="11094416" cy="3968496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9C6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 (hoy)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A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Armador (nuevo)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4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Generar varios flyers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4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 por uno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4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Cientos en un clic, desde un Excel o Padron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4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4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oficial edita a mano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4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solo lugar, para todos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4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Errores de tipeo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4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alto (mail, celular)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4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y validación automática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4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uso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4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queda registro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4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Historial: quién, qué y cuándo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4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4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roles ni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4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Roles: Admin / Asesor / VIP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D4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4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 y login de Figma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D47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Navegador, sin instalar nada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572000" cy="4572000"/>
          </a:xfrm>
          <a:prstGeom prst="ellipse">
            <a:avLst/>
          </a:prstGeom>
          <a:solidFill>
            <a:srgbClr val="1D4070">
              <a:alpha val="55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1033272" y="1216152"/>
            <a:ext cx="1133856" cy="1133856"/>
          </a:xfrm>
          <a:prstGeom prst="ellipse">
            <a:avLst/>
          </a:prstGeom>
          <a:ln w="69850">
            <a:solidFill>
              <a:srgbClr val="FA640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Shape 2"/>
          <p:cNvSpPr/>
          <p:nvPr/>
        </p:nvSpPr>
        <p:spPr>
          <a:xfrm rot="2700000">
            <a:off x="1838310" y="2021190"/>
            <a:ext cx="566928" cy="155448"/>
          </a:xfrm>
          <a:prstGeom prst="roundRect">
            <a:avLst>
              <a:gd name="adj" fmla="val 47059"/>
            </a:avLst>
          </a:prstGeom>
          <a:solidFill>
            <a:srgbClr val="FA640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2743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EN LA MISMA APP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783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Buscador de Promociones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5146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automáticamente qué marcas del flyer siguen con promoción vigente,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cruzándolas contra el catálogo oficial de Banco Galicia.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E3A6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868680" y="40690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2628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marca por marca,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mano, en la web de Galicia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0" y="3794760"/>
            <a:ext cx="5074920" cy="1965960"/>
          </a:xfrm>
          <a:prstGeom prst="roundRect">
            <a:avLst>
              <a:gd name="adj" fmla="val 4651"/>
            </a:avLst>
          </a:prstGeom>
          <a:solidFill>
            <a:srgbClr val="1D4070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6263640" y="40690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4526280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 toda la lista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automáticamente, en segundos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trabajo manual, y menor riesgo de publicar una marca sin promoción vigente.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1D4070">
              <a:alpha val="60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tiempo armando.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tiempo con el cliente.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3515258" cy="960120"/>
          </a:xfrm>
          <a:prstGeom prst="roundRect">
            <a:avLst>
              <a:gd name="adj" fmla="val 7619"/>
            </a:avLst>
          </a:prstGeom>
          <a:solidFill>
            <a:srgbClr val="1E3A6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31494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Velocidad: segundos, no minutos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8218" y="4160520"/>
            <a:ext cx="3515258" cy="960120"/>
          </a:xfrm>
          <a:prstGeom prst="roundRect">
            <a:avLst>
              <a:gd name="adj" fmla="val 7619"/>
            </a:avLst>
          </a:prstGeom>
          <a:solidFill>
            <a:srgbClr val="1E3A6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4521098" y="4160520"/>
            <a:ext cx="31494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legales y datos centralizados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7797" y="4160520"/>
            <a:ext cx="3515258" cy="960120"/>
          </a:xfrm>
          <a:prstGeom prst="roundRect">
            <a:avLst>
              <a:gd name="adj" fmla="val 7619"/>
            </a:avLst>
          </a:prstGeom>
          <a:solidFill>
            <a:srgbClr val="1E3A6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 txBox="1"/>
          <p:nvPr/>
        </p:nvSpPr>
        <p:spPr>
          <a:xfrm>
            <a:off x="8310677" y="4160520"/>
            <a:ext cx="314949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Escala: cientos de flyers en un clic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6017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586</Words>
  <Application>Microsoft Office PowerPoint</Application>
  <PresentationFormat>Panorámica</PresentationFormat>
  <Paragraphs>131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julian vigna</cp:lastModifiedBy>
  <cp:revision>1</cp:revision>
  <dcterms:created xsi:type="dcterms:W3CDTF">2026-09-17T14:18:32Z</dcterms:created>
  <dcterms:modified xsi:type="dcterms:W3CDTF">2026-09-17T14:27:56Z</dcterms:modified>
</cp:coreProperties>
</file>